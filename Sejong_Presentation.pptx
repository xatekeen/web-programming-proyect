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822960"/>
            <a:ext cx="1600200" cy="1600200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0" y="82296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PROGRAMMING  ·  FINAL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Sejong University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 Reproduction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AIM AND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Aim and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72491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81328"/>
            <a:ext cx="2724912" cy="54864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81328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2139696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Sejong University official English website as a complete, multi-page responsive web application.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82112" y="1481328"/>
            <a:ext cx="272491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481328"/>
            <a:ext cx="2724912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1481328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6704" y="2139696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building a real-world responsive webpage from scratch using HTML, CSS, and JavaScript — mirroring a live university site.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1481328"/>
            <a:ext cx="272491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481328"/>
            <a:ext cx="2724912" cy="548640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089904" y="1481328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54496" y="2139696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students, current students, campus visitors, and faculty — the same audience as the real Sejong website.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PROJECT FEATURES AND COMPLETENESS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and Completeness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977640" cy="38404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977640" cy="2926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at Sejong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874520"/>
            <a:ext cx="4160520" cy="2377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sidebar sitemap with nested sub-links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dialog with live filtering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category filter buttons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form with response message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counters on scroll (IntersectionObserver)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Back-to-top floating button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 (localStorage persistent)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/ EN language toggle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3977640" cy="438912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480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functional static multi-page web application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4480560"/>
            <a:ext cx="4160520" cy="438912"/>
          </a:xfrm>
          <a:prstGeom prst="rect">
            <a:avLst/>
          </a:prstGeom>
          <a:solidFill>
            <a:srgbClr val="62708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448056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completed: backend storage · real university API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CHALLENGES ENCOUNTERED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Encountered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128016" cy="150876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572768"/>
            <a:ext cx="384048" cy="384048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Multi-Screen Responsiveness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layout that works cleanly across desktop, tablet, and mobile — with two CSS breakpoints (920 px and 640 px) and different grid configurations at each.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144475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444752"/>
            <a:ext cx="128016" cy="150876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92624" y="1572768"/>
            <a:ext cx="384048" cy="384048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14" name="Text 12"/>
          <p:cNvSpPr/>
          <p:nvPr/>
        </p:nvSpPr>
        <p:spPr>
          <a:xfrm>
            <a:off x="499262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5727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Consistency Across Pages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92624" y="1993392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same visual language — colours, spacing, component style — consistent across 8 separate pages without repeating code or breaking the design system.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3639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36392"/>
            <a:ext cx="128016" cy="150876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" y="3264408"/>
            <a:ext cx="384048" cy="384048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2644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but Simple JavaScript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3685032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interactions (sidebar, search, filters, counters) that genuinely improve the experience without relying on external libraries or overcomplicating the code.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36592" y="313639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3136392"/>
            <a:ext cx="128016" cy="150876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92624" y="3264408"/>
            <a:ext cx="384048" cy="384048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26" name="Text 24"/>
          <p:cNvSpPr/>
          <p:nvPr/>
        </p:nvSpPr>
        <p:spPr>
          <a:xfrm>
            <a:off x="4992624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2644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Balancing Accuracy vs. Constraints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92624" y="3685032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Sejong's real site structure and content faithfully while working within time limits, without access to the original assets or backend systems.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LEARNING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4160520" cy="347472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and Accessible Navigation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8470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elements: &lt;header&gt;, &lt;main&gt;, &lt;nav&gt;, &lt;section&gt;, &lt;article&gt;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roles, aria-label, aria-current, aria-expanded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links and keyboard-friendly navigation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144475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444752"/>
            <a:ext cx="4160520" cy="34747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44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Grid, Flexbox, Responsive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8470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for theming and dark mode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and Flexbox for multi-column layouts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breakpoints, animations, and keyframes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13639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36392"/>
            <a:ext cx="4160520" cy="347472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136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and Event Handling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5387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for counter animation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dialog API for modal search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for dark-mode persistence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6592" y="313639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3136392"/>
            <a:ext cx="4160520" cy="347472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36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Planning and Delivery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5387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division across HTML, CSS, JS, and presentation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from skeleton to polished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preparation and presentation readiness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TEAM MEMBER CONTRIBUTIONS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Member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444752"/>
            <a:ext cx="1993392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44752"/>
            <a:ext cx="1993392" cy="594360"/>
          </a:xfrm>
          <a:prstGeom prst="rect">
            <a:avLst/>
          </a:prstGeom>
          <a:solidFill>
            <a:srgbClr val="B7192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152144"/>
            <a:ext cx="594360" cy="594360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152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7190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17739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semantic HTML scaffold for all 8 pages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page content matching the real Sejong site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consistent header/nav/footer structure across pages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32304" y="1444752"/>
            <a:ext cx="1993392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32304" y="1444752"/>
            <a:ext cx="1993392" cy="5943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4" name="Shape 12"/>
          <p:cNvSpPr/>
          <p:nvPr/>
        </p:nvSpPr>
        <p:spPr>
          <a:xfrm>
            <a:off x="3127248" y="1152144"/>
            <a:ext cx="594360" cy="594360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15" name="Text 13"/>
          <p:cNvSpPr/>
          <p:nvPr/>
        </p:nvSpPr>
        <p:spPr>
          <a:xfrm>
            <a:off x="3127248" y="1152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32304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32304" y="17190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&amp; Visual Design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42032" y="2157984"/>
            <a:ext cx="17739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properties, colour palette, typography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 layouts and two breakpoints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Animations: hero drift, hover states, counter fade-in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08576" y="1444752"/>
            <a:ext cx="1993392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1444752"/>
            <a:ext cx="1993392" cy="594360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152144"/>
            <a:ext cx="594360" cy="594360"/>
          </a:xfrm>
          <a:prstGeom prst="ellipse">
            <a:avLst/>
          </a:prstGeom>
          <a:solidFill>
            <a:srgbClr val="007A7A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152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08576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08576" y="17190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Interactivity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18304" y="2157984"/>
            <a:ext cx="17739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sitemap, search dialog, news filter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counters, form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KR/EN toggle, back-to-top, localStorage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84848" y="1444752"/>
            <a:ext cx="1993392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84848" y="1444752"/>
            <a:ext cx="1993392" cy="59436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1152144"/>
            <a:ext cx="594360" cy="59436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9" name="Text 27"/>
          <p:cNvSpPr/>
          <p:nvPr/>
        </p:nvSpPr>
        <p:spPr>
          <a:xfrm>
            <a:off x="7479792" y="1152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84848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17190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Docs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94576" y="2157984"/>
            <a:ext cx="17739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 and demo 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PRESENTATION_GUIDE.md and README documentation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rehearsal and delivery preparation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5-MINUTE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399032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80744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homepage and explain the multi-page structure.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792224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773936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through About, Academics, Admissions, Research, Life, and News using the top header.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185416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16712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sidebar sitemap and show the deeper sub-links based on the real Sejong structure.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2578608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560320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search and search for "admissions" or "research" — results filter live.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971800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95351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admissions inquiry form with sample data — confirmation message appears.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3364992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346704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News and use the Notice / Event / Research category filters.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" y="3758184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3739896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Research and show the animated counters (12 institutes, 84 partners, 10,500 students).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4151376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413308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the browser to mobile width — primary nav hides, hamburger menu appears.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" y="4544568"/>
            <a:ext cx="292608" cy="292608"/>
          </a:xfrm>
          <a:prstGeom prst="ellipse">
            <a:avLst/>
          </a:prstGeom>
          <a:solidFill>
            <a:srgbClr val="B7192B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4526280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on Contact — show the live campus map embed (OpenStreetMap, Gwangjin-gu).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Sejong University – Web Programming Final Presentation</dc:title>
  <dc:subject>PptxGenJS Presentation</dc:subject>
  <dc:creator>PptxGenJS</dc:creator>
  <cp:lastModifiedBy>PptxGenJS</cp:lastModifiedBy>
  <cp:revision>1</cp:revision>
  <dcterms:created xsi:type="dcterms:W3CDTF">2026-06-05T03:03:50Z</dcterms:created>
  <dcterms:modified xsi:type="dcterms:W3CDTF">2026-06-05T03:03:50Z</dcterms:modified>
</cp:coreProperties>
</file>